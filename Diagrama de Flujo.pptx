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5E450-9080-E2F5-AAC9-2B7D90913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BEC25A-2F72-2791-E3D0-DB76F2958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7EF156-B27C-00C8-402B-65185F36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C49A8-E757-8E37-A8CB-8AC309E6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90C9A-C856-EAA6-ACB8-D4A6F2D3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651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75252-FF34-FB04-1643-4EE732A8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5DC331-E163-A7C0-0A47-FF02BB0E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E132BF-4EF0-57F3-A786-5B15FF7D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EF7057-BF1B-1F4B-4CA2-1939B76C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D5EB6F-6448-0632-4458-32FB5470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683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09DF2-C9E8-871F-25EB-241AA03A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F4971F-894B-0F10-0EA2-055A7FF14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7DEAA8-6969-1C78-886C-3B4F465C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756E7-A82A-CB00-AD8D-1B666A83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FFC6C-D7BE-9F0A-371B-01EE484D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687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8D12F-3E4A-9560-711F-3A888910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0248C1-0936-4305-696A-5975B76BF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CB2D65-5BAB-4B46-2ACA-D629CB54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CF0CC8-16D9-AE5D-6FDF-4B4CA4A8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9D61B4-A98B-99A4-4287-F79C5283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99762C-5CF1-253F-6391-C823E9AB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703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8770D-1CD5-826B-8F7B-C45614F5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DE7AA7-D787-0752-535B-FD4264454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830A3C-D323-DAD9-B417-BFFE2959C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C6EDD6-1988-C7F8-566B-6A3E87EF6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51CE4D-3741-78EE-4D40-DF243AF85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8A22D5-C1D2-4E5E-43FE-A56F7203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B3420A-462F-2F6A-8A33-52C99CD7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0D04FB-A257-550C-63C7-8A89259E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412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D3E1F-068F-0DB4-F25F-ECA12CCE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7C806A-437B-A565-683F-664E9270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8BFA72-4350-7801-B9C1-FC6B0587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E923CB-1808-C382-03D0-54B4618B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365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31940C-6769-E980-29C2-4DD1EECF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F2B7B6-EA77-AE1B-FEB3-1F9FAAA0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869725-6E5F-A732-0BD4-14A5F5A5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813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6563C-2890-6251-EC51-BF0E513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48E168-811C-180B-92CA-6E42EC5E7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632500-F139-8C8D-A530-01D685EAB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126EBE-8DEA-0F62-01B3-C0051969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F43163-8B34-50DB-AD21-92EB24FE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B4D777-BD35-5AF4-511A-7E7D21E1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744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4956-85B5-5FDA-D801-89B50428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7FFC9B-27E7-CEED-DC4D-F3C3AA194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F58B3F-762B-E6BF-71F4-30B864422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879CAC-9055-9B0D-6E47-5E3D7AFC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39CFE8-77AA-2CD0-2899-FE2FF0BC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8C99A8-0CB3-513D-90C6-6D8367C6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6245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8DBE9-7454-E1A0-AE1D-9453A1F0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999994-C32F-1B34-3F42-01AC35818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A9E0C9-2A2A-68C9-2F36-88666C49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5D82B-6778-7C59-4FF3-AA91AB51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314467-CA9E-1940-BF42-88961566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706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1FF992-42E6-E40F-7613-0821B7422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A0D2F9-73D4-E4B5-AD3F-7228CB192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24D56-4588-2590-2DA5-0269E08C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2F8FE-85BA-C0A5-92E4-CD219599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DB796-96E4-5F41-4884-691C7231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13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3DDAD9-2DBE-4E33-9985-84CAB4A6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2D14-3EDF-0AD5-E0EC-7D9173D5A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6DD1B-4909-914D-7BCE-9153087A7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25AD0-938A-4080-BA4E-570396047365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15A3F-AC5C-4C10-15EF-11A83E102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9EC7E4-FCD9-35AD-E045-8703C38BC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1FB07-147E-4574-8C0F-BCA32D8BD1B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6091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AF8E67-49BB-5329-00FB-2F44E1321DEC}"/>
              </a:ext>
            </a:extLst>
          </p:cNvPr>
          <p:cNvSpPr/>
          <p:nvPr/>
        </p:nvSpPr>
        <p:spPr>
          <a:xfrm>
            <a:off x="652462" y="36513"/>
            <a:ext cx="1743075" cy="5238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err="1"/>
              <a:t>Inico</a:t>
            </a:r>
            <a:endParaRPr lang="es-EC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94BF874-7394-8C98-0B70-7ABD0855326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24000" y="560387"/>
            <a:ext cx="0" cy="311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grama de flujo: datos 6">
            <a:extLst>
              <a:ext uri="{FF2B5EF4-FFF2-40B4-BE49-F238E27FC236}">
                <a16:creationId xmlns:a16="http://schemas.microsoft.com/office/drawing/2014/main" id="{E252180E-3172-08A5-DEA7-2CA9A284D11B}"/>
              </a:ext>
            </a:extLst>
          </p:cNvPr>
          <p:cNvSpPr/>
          <p:nvPr/>
        </p:nvSpPr>
        <p:spPr>
          <a:xfrm>
            <a:off x="-171450" y="871538"/>
            <a:ext cx="3621882" cy="115728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Tenemos tres opciones</a:t>
            </a:r>
          </a:p>
          <a:p>
            <a:pPr algn="ctr"/>
            <a:r>
              <a:rPr lang="es-EC" sz="1200" dirty="0"/>
              <a:t>Piedra=1</a:t>
            </a:r>
          </a:p>
          <a:p>
            <a:pPr algn="ctr"/>
            <a:r>
              <a:rPr lang="es-EC" sz="1200" dirty="0"/>
              <a:t>Papel=2</a:t>
            </a:r>
          </a:p>
          <a:p>
            <a:pPr algn="ctr"/>
            <a:r>
              <a:rPr lang="es-EC" sz="1200" dirty="0"/>
              <a:t>Tijeras=3</a:t>
            </a:r>
          </a:p>
          <a:p>
            <a:pPr algn="ctr"/>
            <a:r>
              <a:rPr lang="es-EC" sz="1200" dirty="0"/>
              <a:t>Para el jugador1(a) y para la pc(b)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AA643F-773E-D442-9011-A51A1854B5E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277303" y="2028825"/>
            <a:ext cx="0" cy="272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a de flujo: decisión 11">
            <a:extLst>
              <a:ext uri="{FF2B5EF4-FFF2-40B4-BE49-F238E27FC236}">
                <a16:creationId xmlns:a16="http://schemas.microsoft.com/office/drawing/2014/main" id="{D39AB4CB-9108-AEFA-07F7-FCC7173F9B29}"/>
              </a:ext>
            </a:extLst>
          </p:cNvPr>
          <p:cNvSpPr/>
          <p:nvPr/>
        </p:nvSpPr>
        <p:spPr>
          <a:xfrm>
            <a:off x="625317" y="2255042"/>
            <a:ext cx="1303971" cy="78581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a=b</a:t>
            </a:r>
          </a:p>
        </p:txBody>
      </p:sp>
      <p:sp>
        <p:nvSpPr>
          <p:cNvPr id="14" name="Diagrama de flujo: decisión 13">
            <a:extLst>
              <a:ext uri="{FF2B5EF4-FFF2-40B4-BE49-F238E27FC236}">
                <a16:creationId xmlns:a16="http://schemas.microsoft.com/office/drawing/2014/main" id="{A3F80099-F5F4-A07F-30D6-7740B5699101}"/>
              </a:ext>
            </a:extLst>
          </p:cNvPr>
          <p:cNvSpPr/>
          <p:nvPr/>
        </p:nvSpPr>
        <p:spPr>
          <a:xfrm>
            <a:off x="96201" y="3267072"/>
            <a:ext cx="2362201" cy="165576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a=1 y b=3</a:t>
            </a:r>
          </a:p>
          <a:p>
            <a:pPr algn="ctr"/>
            <a:r>
              <a:rPr lang="es-EC" sz="1200" dirty="0"/>
              <a:t>O</a:t>
            </a:r>
          </a:p>
          <a:p>
            <a:pPr algn="ctr"/>
            <a:r>
              <a:rPr lang="es-EC" sz="1200" dirty="0"/>
              <a:t>a=2 y b=1</a:t>
            </a:r>
          </a:p>
          <a:p>
            <a:pPr algn="ctr"/>
            <a:r>
              <a:rPr lang="es-EC" sz="1200" dirty="0"/>
              <a:t>O</a:t>
            </a:r>
          </a:p>
          <a:p>
            <a:pPr algn="ctr"/>
            <a:r>
              <a:rPr lang="es-EC" sz="1200" dirty="0"/>
              <a:t>a=3 y b=2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46D6D83-026F-8674-795C-28BD1E87AEC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1277302" y="3040855"/>
            <a:ext cx="1" cy="22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0916C03-0E1C-634F-6953-0023635B723D}"/>
              </a:ext>
            </a:extLst>
          </p:cNvPr>
          <p:cNvCxnSpPr>
            <a:stCxn id="14" idx="2"/>
          </p:cNvCxnSpPr>
          <p:nvPr/>
        </p:nvCxnSpPr>
        <p:spPr>
          <a:xfrm flipH="1">
            <a:off x="1277301" y="4922834"/>
            <a:ext cx="1" cy="39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grama de flujo: proceso 34">
            <a:extLst>
              <a:ext uri="{FF2B5EF4-FFF2-40B4-BE49-F238E27FC236}">
                <a16:creationId xmlns:a16="http://schemas.microsoft.com/office/drawing/2014/main" id="{78F44075-B5BD-966C-2B12-EADC250A9A6A}"/>
              </a:ext>
            </a:extLst>
          </p:cNvPr>
          <p:cNvSpPr/>
          <p:nvPr/>
        </p:nvSpPr>
        <p:spPr>
          <a:xfrm>
            <a:off x="384332" y="5314950"/>
            <a:ext cx="1785937" cy="50006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Gana la maquina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E17432D-3833-6048-0BD0-7F73328E9967}"/>
              </a:ext>
            </a:extLst>
          </p:cNvPr>
          <p:cNvCxnSpPr>
            <a:cxnSpLocks/>
          </p:cNvCxnSpPr>
          <p:nvPr/>
        </p:nvCxnSpPr>
        <p:spPr>
          <a:xfrm flipV="1">
            <a:off x="1998347" y="2666992"/>
            <a:ext cx="1056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iagrama de flujo: proceso 37">
            <a:extLst>
              <a:ext uri="{FF2B5EF4-FFF2-40B4-BE49-F238E27FC236}">
                <a16:creationId xmlns:a16="http://schemas.microsoft.com/office/drawing/2014/main" id="{C4F5196F-E81A-A1B6-FC6A-CF87E86262F6}"/>
              </a:ext>
            </a:extLst>
          </p:cNvPr>
          <p:cNvSpPr/>
          <p:nvPr/>
        </p:nvSpPr>
        <p:spPr>
          <a:xfrm>
            <a:off x="2940370" y="2364973"/>
            <a:ext cx="1728787" cy="54530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EMPATE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E06488B-A535-BD46-D7A9-F55C79236A1A}"/>
              </a:ext>
            </a:extLst>
          </p:cNvPr>
          <p:cNvCxnSpPr>
            <a:stCxn id="38" idx="3"/>
          </p:cNvCxnSpPr>
          <p:nvPr/>
        </p:nvCxnSpPr>
        <p:spPr>
          <a:xfrm flipV="1">
            <a:off x="4669157" y="2632864"/>
            <a:ext cx="857250" cy="4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agrama de flujo: proceso 40">
            <a:extLst>
              <a:ext uri="{FF2B5EF4-FFF2-40B4-BE49-F238E27FC236}">
                <a16:creationId xmlns:a16="http://schemas.microsoft.com/office/drawing/2014/main" id="{728280D0-C1C9-242E-005B-9B7E032378A9}"/>
              </a:ext>
            </a:extLst>
          </p:cNvPr>
          <p:cNvSpPr/>
          <p:nvPr/>
        </p:nvSpPr>
        <p:spPr>
          <a:xfrm>
            <a:off x="5572125" y="2343349"/>
            <a:ext cx="2165033" cy="60919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mensaje que al jugador1 que termino en empate 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EA81460-E995-A806-1E81-407ADA3785A3}"/>
              </a:ext>
            </a:extLst>
          </p:cNvPr>
          <p:cNvCxnSpPr>
            <a:stCxn id="14" idx="3"/>
          </p:cNvCxnSpPr>
          <p:nvPr/>
        </p:nvCxnSpPr>
        <p:spPr>
          <a:xfrm>
            <a:off x="2458402" y="4094953"/>
            <a:ext cx="713423" cy="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46BC6742-FA36-B256-8422-93DBADCBB5D8}"/>
              </a:ext>
            </a:extLst>
          </p:cNvPr>
          <p:cNvSpPr/>
          <p:nvPr/>
        </p:nvSpPr>
        <p:spPr>
          <a:xfrm>
            <a:off x="3171825" y="3825081"/>
            <a:ext cx="1370171" cy="5397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GANA jugador1</a:t>
            </a:r>
          </a:p>
        </p:txBody>
      </p:sp>
      <p:sp>
        <p:nvSpPr>
          <p:cNvPr id="45" name="Diagrama de flujo: proceso 44">
            <a:extLst>
              <a:ext uri="{FF2B5EF4-FFF2-40B4-BE49-F238E27FC236}">
                <a16:creationId xmlns:a16="http://schemas.microsoft.com/office/drawing/2014/main" id="{E15459EB-C386-C43E-C0A8-EC0D5ED7FBD2}"/>
              </a:ext>
            </a:extLst>
          </p:cNvPr>
          <p:cNvSpPr/>
          <p:nvPr/>
        </p:nvSpPr>
        <p:spPr>
          <a:xfrm>
            <a:off x="5400675" y="3825081"/>
            <a:ext cx="1757363" cy="5397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mensaje que GANA jugador 1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73F8029-E941-5309-1781-F58A8B7D38DB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4541996" y="4094953"/>
            <a:ext cx="858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D67499AF-6C7C-BF2E-FF7F-46E77748DBF7}"/>
              </a:ext>
            </a:extLst>
          </p:cNvPr>
          <p:cNvCxnSpPr>
            <a:stCxn id="35" idx="3"/>
          </p:cNvCxnSpPr>
          <p:nvPr/>
        </p:nvCxnSpPr>
        <p:spPr>
          <a:xfrm>
            <a:off x="2170269" y="5564981"/>
            <a:ext cx="1001556" cy="7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iagrama de flujo: proceso 49">
            <a:extLst>
              <a:ext uri="{FF2B5EF4-FFF2-40B4-BE49-F238E27FC236}">
                <a16:creationId xmlns:a16="http://schemas.microsoft.com/office/drawing/2014/main" id="{A706D00E-0C3A-ADB0-C687-B576C9F38C9B}"/>
              </a:ext>
            </a:extLst>
          </p:cNvPr>
          <p:cNvSpPr/>
          <p:nvPr/>
        </p:nvSpPr>
        <p:spPr>
          <a:xfrm>
            <a:off x="3181828" y="5314950"/>
            <a:ext cx="1571625" cy="53974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dirty="0"/>
              <a:t>mensaje que PIERDE jugador1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A405435-921F-BC0F-01A5-60D174CCF9AF}"/>
              </a:ext>
            </a:extLst>
          </p:cNvPr>
          <p:cNvCxnSpPr>
            <a:stCxn id="41" idx="3"/>
          </p:cNvCxnSpPr>
          <p:nvPr/>
        </p:nvCxnSpPr>
        <p:spPr>
          <a:xfrm flipV="1">
            <a:off x="7737158" y="2647947"/>
            <a:ext cx="10067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FF44898C-588A-2962-D65E-D7F865F5C12F}"/>
              </a:ext>
            </a:extLst>
          </p:cNvPr>
          <p:cNvCxnSpPr/>
          <p:nvPr/>
        </p:nvCxnSpPr>
        <p:spPr>
          <a:xfrm>
            <a:off x="8715375" y="2647947"/>
            <a:ext cx="0" cy="3206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76C5FCD5-7F52-AB77-EA99-15A3F573ADAA}"/>
              </a:ext>
            </a:extLst>
          </p:cNvPr>
          <p:cNvCxnSpPr>
            <a:stCxn id="45" idx="3"/>
          </p:cNvCxnSpPr>
          <p:nvPr/>
        </p:nvCxnSpPr>
        <p:spPr>
          <a:xfrm flipV="1">
            <a:off x="7158038" y="4094952"/>
            <a:ext cx="15573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E97523F-5DDE-43D3-5B8B-19BBB7D74874}"/>
              </a:ext>
            </a:extLst>
          </p:cNvPr>
          <p:cNvCxnSpPr>
            <a:stCxn id="50" idx="3"/>
          </p:cNvCxnSpPr>
          <p:nvPr/>
        </p:nvCxnSpPr>
        <p:spPr>
          <a:xfrm flipV="1">
            <a:off x="4753453" y="5584820"/>
            <a:ext cx="396192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grama de flujo: terminador 59">
            <a:extLst>
              <a:ext uri="{FF2B5EF4-FFF2-40B4-BE49-F238E27FC236}">
                <a16:creationId xmlns:a16="http://schemas.microsoft.com/office/drawing/2014/main" id="{3A0C8F2D-9A5C-33A5-A7FF-DBBC14B7B754}"/>
              </a:ext>
            </a:extLst>
          </p:cNvPr>
          <p:cNvSpPr/>
          <p:nvPr/>
        </p:nvSpPr>
        <p:spPr>
          <a:xfrm>
            <a:off x="8151018" y="5854691"/>
            <a:ext cx="1128713" cy="660405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FIN DEL JUEGO</a:t>
            </a:r>
          </a:p>
        </p:txBody>
      </p:sp>
      <p:sp>
        <p:nvSpPr>
          <p:cNvPr id="61" name="Diagrama de flujo: terminador 60">
            <a:extLst>
              <a:ext uri="{FF2B5EF4-FFF2-40B4-BE49-F238E27FC236}">
                <a16:creationId xmlns:a16="http://schemas.microsoft.com/office/drawing/2014/main" id="{13CBA6AA-ED4B-3E8D-BE32-2945EC4B7C0A}"/>
              </a:ext>
            </a:extLst>
          </p:cNvPr>
          <p:cNvSpPr/>
          <p:nvPr/>
        </p:nvSpPr>
        <p:spPr>
          <a:xfrm>
            <a:off x="2170269" y="2364973"/>
            <a:ext cx="444344" cy="259951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dirty="0"/>
              <a:t>si</a:t>
            </a:r>
          </a:p>
        </p:txBody>
      </p:sp>
      <p:sp>
        <p:nvSpPr>
          <p:cNvPr id="62" name="Diagrama de flujo: terminador 61">
            <a:extLst>
              <a:ext uri="{FF2B5EF4-FFF2-40B4-BE49-F238E27FC236}">
                <a16:creationId xmlns:a16="http://schemas.microsoft.com/office/drawing/2014/main" id="{11156D05-04DA-24F9-005F-7F70907C4166}"/>
              </a:ext>
            </a:extLst>
          </p:cNvPr>
          <p:cNvSpPr/>
          <p:nvPr/>
        </p:nvSpPr>
        <p:spPr>
          <a:xfrm>
            <a:off x="1414462" y="3024184"/>
            <a:ext cx="583877" cy="31869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dirty="0"/>
              <a:t>NO</a:t>
            </a:r>
          </a:p>
        </p:txBody>
      </p:sp>
      <p:sp>
        <p:nvSpPr>
          <p:cNvPr id="63" name="Diagrama de flujo: terminador 62">
            <a:extLst>
              <a:ext uri="{FF2B5EF4-FFF2-40B4-BE49-F238E27FC236}">
                <a16:creationId xmlns:a16="http://schemas.microsoft.com/office/drawing/2014/main" id="{0F80C07E-4614-A26F-2E1A-E5FAB8E18344}"/>
              </a:ext>
            </a:extLst>
          </p:cNvPr>
          <p:cNvSpPr/>
          <p:nvPr/>
        </p:nvSpPr>
        <p:spPr>
          <a:xfrm>
            <a:off x="1524000" y="4922834"/>
            <a:ext cx="583875" cy="31869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dirty="0"/>
              <a:t>No</a:t>
            </a:r>
          </a:p>
        </p:txBody>
      </p:sp>
      <p:sp>
        <p:nvSpPr>
          <p:cNvPr id="64" name="Diagrama de flujo: terminador 63">
            <a:extLst>
              <a:ext uri="{FF2B5EF4-FFF2-40B4-BE49-F238E27FC236}">
                <a16:creationId xmlns:a16="http://schemas.microsoft.com/office/drawing/2014/main" id="{226F25FC-5D27-FE8F-9283-43B6BC5C8C2A}"/>
              </a:ext>
            </a:extLst>
          </p:cNvPr>
          <p:cNvSpPr/>
          <p:nvPr/>
        </p:nvSpPr>
        <p:spPr>
          <a:xfrm>
            <a:off x="2614613" y="3825081"/>
            <a:ext cx="408146" cy="222243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dirty="0"/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207551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Panorámica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Yersabel Castillo</dc:creator>
  <cp:lastModifiedBy>Yersabel Castillo</cp:lastModifiedBy>
  <cp:revision>1</cp:revision>
  <dcterms:created xsi:type="dcterms:W3CDTF">2026-06-22T04:47:56Z</dcterms:created>
  <dcterms:modified xsi:type="dcterms:W3CDTF">2026-06-22T04:47:56Z</dcterms:modified>
</cp:coreProperties>
</file>